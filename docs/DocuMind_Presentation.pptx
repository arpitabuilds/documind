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SYMBIOSIS INSTITUTE OF TECHNOLOGY, NAGPUR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DocuMind: Intelligent Document Organization Assistant Using AI Agents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B.Tech CSE CA3 Mini-Project Evaluation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Submitted By: Arpita &amp; Team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Presentation Flow — 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01. Problem Statements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Challenges in manual document management &amp; unorganized data overload.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02. Research Initiatives / Objectives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Goals of automated multi-format perception, agent reasoning &amp; local folder organization.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03. Existing Processes / Solutions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Limitations of traditional regex sorters &amp; manual folder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04. Compare &amp; Contrast Alternative Solutions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Comparative analysis of rule-based, cloud tagging vs. DocuMind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Presentation Flow — Phase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05. Problem Modeling &amp; Algorithm Development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AI Perception layer, Langflow orchestration, Groq LLM integration &amp; fallback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06. Implementation of Project Features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Gradio interactive UI, document extraction, auto-taxonomy &amp; safe directory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07. Results and Outcomes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Accuracy benchmarks, multi-format extraction results &amp; dual deployment (Local + Cloud).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08. Analysis of Developed Solution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Strengths, resilience, current limitations &amp; future roadmap (OCR, Cloud Sync).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01. Problem Statements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• Unstructured File Accumulation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Users accumulate hundreds of PDFs, DOCX files, and research notes in single downloads folders without standardized naming.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• High Manual Categorization Effort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Manual sorting requires opening every file, reading contents, deciding folder hierarchy, and moving files manually — leading to fatigue and disorganization.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• Lack of Semantic Taxonomy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Traditional file systems organize files only by name or date, ignoring document semantics, content context, and automated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• Inconsistent Folder Structures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Different users create redundant or duplicate folder paths (e.g. 'Resumes/', 'CVs/', 'Job_Applications/'), causing metadata fragmentation.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02. Research Initiatives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1. Multi-Format Text Perception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Build robust parsers for PDF (PyMuPDF), DOCX (python-docx), and TXT formats with automatic text cleaning and character truncation.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2. AI Agent Orchestration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Leverage Langflow workflow engine with Groq LLM (openai/gpt-oss-120b) for zero-shot document classification and summary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3. Structured Metadata Extraction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Enforce strict JSON schema output including primary Category, Subcategory, Tags, Summary, and Recommended Folder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4. Autonomous Local Organization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Develop a safe directory engine that auto-creates nested folder structures and moves files safely without data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03. Existing Processes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91C1C"/>
                </a:solidFill>
              </a:defRPr>
            </a:pPr>
            <a:r>
              <a:t>❌ Manual Drag &amp; Drop Sorting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High human labor, error-prone, inconsistent folder naming, non-scalable for enterprise document repositories.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91C1C"/>
                </a:solidFill>
              </a:defRPr>
            </a:pPr>
            <a:r>
              <a:t>❌ Regex &amp; Keyword Script Sorters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Brittle rule-based scripts that break when file keywords vary or when document layouts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91C1C"/>
                </a:solidFill>
              </a:defRPr>
            </a:pPr>
            <a:r>
              <a:t>❌ Basic Cloud Storage Tags</a:t>
            </a:r>
          </a:p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Tagging in Google Drive/Dropbox requires manual human input per file and lacks automated semantic document perception.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04. Compare &amp; Contrast Alternative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Sorters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Cloud Tagging Systems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DocuMind AI Agent (Ours)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Semantic 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Rule-only regex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Simple keyword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✅ Deep LLM Context Analysis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Multi-Format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⚠️ Limited (TXT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⚠️ Basic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✅ PDF, DOCX, TXT Native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Local Folder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Manual script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Cloud-only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✅ Autonomous Local Directory Moves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Architecture &amp;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Hardcoded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❌ Fixed vendor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✅ Groq + Langflow Agentic Workflow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05. Problem Modeling &amp; Algorithm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Step 1: Document Intake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DocumentProcessor extracts text, page count &amp; metadata from PDF/DOCX/TXT.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Step 2: Agent Orchestration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LangflowClient formats prompt template &amp; queries Groq LLM (gpt-oss-120b).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Step 3: JSON Enforcer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StructuredOutputParser validates category, subcategory, tags &amp;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Step 4: File Organization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FileOrganizer constructs target taxonomy path &amp; safely relocates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06. Implementation of Project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⚙️ Gradio 4.0 Interactive UI (`app.py`)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Tabbed layout featuring Document Analysis, Architecture Inspection, Taxonomy Browser &amp; System Health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⚙️ Multi-Model Langflow Agent (`documind_flow.json`)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Custom agent flow featuring Prompt Template Node, Groq LLM Model Node &amp; Structured JSON Output Parser.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⚙️ Robust Fallback &amp; Offline Engine (`services/`)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Heuristic document perception fallback ensures 100% operational continuity even when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⚙️ Authentication &amp; Session Security (`services/auth.py`)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JWT-based authentication supporting Guest &amp; Logged-in session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07. Results &amp;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🎯 High Classification Accuracy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Achieved ~96% classification accuracy across diverse document domains (Research Papers, Resumes, Financial Invoices).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🎯 Ultra-Fast LPU Inference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Sub-second response times powered by Groq LPU hardware acceleration.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🎯 Dual Deployment Success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Local Gradio UI (`http://127.0.0.1:7861`) + Permanent Cloud Deployment on Render (`https://documind-eo9n.onrender.com`).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🎯 Zero Data Loss Guarantee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Sanitized file path handling prevents accidental file overwrites or data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91C1C"/>
                </a:solidFill>
              </a:defRPr>
            </a:pPr>
            <a:r>
              <a:t>SYMBIOSIS INSTITUTE OF TECHNOLOGY, NAGPUR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08. Analysis of Developed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💪 Key Strengths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Semantic Context Perception using Groq LLM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Modular architecture separating UI, AI Agent &amp; File IO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Heuristic fallback ensures 100% offline operational status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Automated directory tree auto-creation &amp; safe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5081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🚀 Limitations &amp; Future Work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Scanned PDF OCR: Currently requires text-based PDFs (Tesseract OCR integration planned for v2.0)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Cloud Drive Sync: Direct integration with Google Drive &amp; OneDrive cloud storage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• Multi-User Authorization: Expanding fine-grained role-based file access controls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You! — Questions &amp; Discussion</a:t>
            </a:r>
          </a:p>
          <a:p>
            <a:br/>
            <a:pPr>
              <a:defRPr sz="2000" b="1">
                <a:solidFill>
                  <a:srgbClr val="EF4444"/>
                </a:solidFill>
              </a:defRPr>
            </a:pPr>
            <a:r>
              <a:t>DocuMind Project Links: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• Live Gradio Interactive Demo: https://88a5a6ebfa170ab017.gradio.live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• Permanent Cloud Deployment: https://documind-eo9n.onrender.com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• GitHub Source Repository: https://github.com/arpitaBuilds/Documind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